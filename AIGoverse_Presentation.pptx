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2011680" cy="20116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6C63FF"/>
                </a:solidFill>
              </a:rPr>
              <a:t>AIGoverse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D4FF"/>
                </a:solidFill>
              </a:rPr>
              <a:t>An Interactive Machine Learning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8D8"/>
                </a:solidFill>
              </a:rPr>
              <a:t>Built with Python &amp; Streamlit  •  Explore • Learn • Visualize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4572000" cy="6400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766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Presented by: [Your Name]   |   [College / Dept]   |  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502920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984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Why ML education needs a new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02920" cy="10789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2984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What is AIGoverse?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91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Platform overview &amp; core philosophy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14600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514600"/>
            <a:ext cx="502920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578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971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Algorithms, Visualizations, Modules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14600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514600"/>
            <a:ext cx="502920" cy="10789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578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71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Python · Streamlit · Scikit-learn · Plotly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94760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794760"/>
            <a:ext cx="502920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1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8587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Live Demo Highlights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251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Walk-through of the platform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794760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794760"/>
            <a:ext cx="502920" cy="10789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8587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Impact &amp; Use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251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Who benefits and how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074919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074919"/>
            <a:ext cx="502920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1" y="5120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138927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53211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What's next for AIGoverse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074919"/>
            <a:ext cx="5303520" cy="1078992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074919"/>
            <a:ext cx="502920" cy="10789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5120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138927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Conclusion &amp; Q&amp;A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53211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Wrap-up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577840" cy="19659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2984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Theory-Heavy Courses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Most ML textbooks are dense and lack hands-on interaction, making concepts hard to internalize.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577840" cy="19659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984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2984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Math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Students get lost in equations before ever seeing a model run—discouraging early learners.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577840" cy="19659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844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High Setup Barrier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Installing libraries, writing code from scratch, and debugging environments frustrates beginners.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474720"/>
            <a:ext cx="5577840" cy="19659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5844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5844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</a:rPr>
              <a:t>No Visual Intuition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6052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Without visualizations, it's nearly impossible to truly understand how algorithms behave on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is AIGoverse?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1887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64008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AIGoverse is an interactive, browser-based learning platform that makes Machine Learning accessible to everyone — no setup, no code barriers, just pure understanding.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3566160" cy="3657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356616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743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8D8"/>
                </a:solidFill>
              </a:rPr>
              <a:t>Step-by-step explanations of ML algorithms with intuitive language and examples.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514600"/>
            <a:ext cx="3566160" cy="3657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514600"/>
            <a:ext cx="3566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743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</a:rPr>
              <a:t>VISUALIZE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114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8D8"/>
                </a:solidFill>
              </a:rPr>
              <a:t>Interactive charts, decision boundaries, and plots that update in real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2514600"/>
            <a:ext cx="3566160" cy="3657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2514600"/>
            <a:ext cx="35661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743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700"/>
                </a:solidFill>
              </a:rPr>
              <a:t>EXPERIMENT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114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8D8"/>
                </a:solidFill>
              </a:rPr>
              <a:t>Tune hyperparameters, upload data, and watch models respond — live.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3566160" cy="23317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0759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ML Algorithm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Covers Supervised, Unsupervised &amp; Reinforcement learning with plain-English explanations.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43000"/>
            <a:ext cx="3566160" cy="23317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0759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30759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84248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Interactive Plotly charts: scatter plots, heatmaps, confusion matrices, ROC curves.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143000"/>
            <a:ext cx="3566160" cy="23317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14300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30759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30759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Hyperparameter Tuner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84248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Sliders and controls to adjust model settings and see the impact instantly.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49039"/>
            <a:ext cx="3566160" cy="23317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49039"/>
            <a:ext cx="35661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1363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1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Dataset 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590288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Load your own CSV data and apply any algorithm on it — no coding needed.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749039"/>
            <a:ext cx="3566160" cy="23317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749039"/>
            <a:ext cx="35661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91363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913631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Concept Explainer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590288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Each algorithm comes with theory, use-cases, pros/cons and visual walkthroughs.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3749039"/>
            <a:ext cx="3566160" cy="23317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80" y="3749039"/>
            <a:ext cx="35661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91363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913631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Responsive Web 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590288"/>
            <a:ext cx="3246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Works on any device — built with Streamlit for zero-install browser access.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Algorithms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3566160" cy="53949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356616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247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22576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80944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3931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SVM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56048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14416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Naive Bayes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097280"/>
            <a:ext cx="3566160" cy="53949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097280"/>
            <a:ext cx="356616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1247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Unsupervised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664208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K-Means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322576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DBSCAN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980944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PCA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63931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Hierarchical Clustering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2976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Autoencoders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1097280"/>
            <a:ext cx="3566160" cy="53949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1097280"/>
            <a:ext cx="356616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12471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Model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664208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Confusion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322576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ROC / 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980944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Cross-Validation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63931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Bias-Variance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9768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▸  Feature Importance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4008" cy="1554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2984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63FF"/>
                </a:solidFill>
              </a:rPr>
              <a:t>Python 3.x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1051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Core language — clean, readable, and the #1 language in data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88720"/>
            <a:ext cx="64008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984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2984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81051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Converts Python scripts into interactive web apps with zero front-end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71800"/>
            <a:ext cx="64008" cy="1554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815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81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63FF"/>
                </a:solidFill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59359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Industry-standard ML library for model training, evaluation, and pipelines.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97180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971800"/>
            <a:ext cx="64008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0815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0815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Plotly / Matplotlib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59359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Rich, interactive visualizations — charts, graphs, and animated plots.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754880"/>
            <a:ext cx="64008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6460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8646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Pandas &amp; 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7667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Powerful data manipulation, numerical computing, and pre-processing tools.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75488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754880"/>
            <a:ext cx="64008" cy="1554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86460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8646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63FF"/>
                </a:solidFill>
              </a:rPr>
              <a:t>Streamlit Cloud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37667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Free deployment — live URL accessible from any browser, anywhere.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AIGoverse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737360" cy="1371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17373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3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User Opens
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0B8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286000"/>
            <a:ext cx="1737360" cy="1371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286000"/>
            <a:ext cx="17373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80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Selects
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0B8D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2286000"/>
            <a:ext cx="1737360" cy="1371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286000"/>
            <a:ext cx="17373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63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80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Inputs Data /
Uploads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0B8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286000"/>
            <a:ext cx="1737360" cy="1371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78040" y="2286000"/>
            <a:ext cx="17373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19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2880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Model Trains
in Real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0B8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2286000"/>
            <a:ext cx="1737360" cy="137160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72600" y="2286000"/>
            <a:ext cx="173736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23774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700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880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Results &amp;
Visuals Shown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77639"/>
            <a:ext cx="11155680" cy="146304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D8"/>
                </a:solidFill>
              </a:rPr>
              <a:t>The Streamlit frontend handles all UI interactions. When a user changes a parameter or dataset, Scikit-learn models are retrained on-the-fly. Plotly renders updated charts dynamically — creating a seamless learning loop that requires zero coding from the student.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Impact &amp;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2651760" cy="12801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265176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8D8"/>
                </a:solidFill>
              </a:rPr>
              <a:t>Installation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097280"/>
            <a:ext cx="2651760" cy="12801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09728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18872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C63FF"/>
                </a:solidFill>
              </a:rPr>
              <a:t>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8D8"/>
                </a:solidFill>
              </a:rPr>
              <a:t>ML Algorithms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097280"/>
            <a:ext cx="2651760" cy="12801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097280"/>
            <a:ext cx="265176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</a:rPr>
              <a:t>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8D8"/>
                </a:solidFill>
              </a:rPr>
              <a:t>Datasets 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097280"/>
            <a:ext cx="2651760" cy="128016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09728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18872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C63FF"/>
                </a:solidFill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8D8"/>
                </a:solidFill>
              </a:rPr>
              <a:t>Available Online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74320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743200"/>
            <a:ext cx="64008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8803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🎓 College 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29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Self-study ML without needing to write any code or install packages.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74320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743200"/>
            <a:ext cx="64008" cy="1554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8803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👨‍🏫 Instructors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429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Use as a classroom demo tool to explain algorithms visually in lectures.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2628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526280"/>
            <a:ext cx="64008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🏢 Workshop / Bootcamps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Introductory ML workshops where participants explore models live.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526280"/>
            <a:ext cx="5577840" cy="155448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4526280"/>
            <a:ext cx="64008" cy="1554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663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🔍 Curious Beginners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120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D8"/>
                </a:solidFill>
              </a:rPr>
              <a:t>Anyone who wants to understand AI — from high school students to professionals.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64008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3566160" cy="53035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356616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Phase 1
(Now)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✅ Core Algorithm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62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✅ Data Visualization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41063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✅ Interactive Hyperparameter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0056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✅ Dataset Upload &amp; Preview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3566160" cy="53035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097280"/>
            <a:ext cx="3566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1155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Phase 2
(Next)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830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🔜 Deep Learning Modules (CNN, RNN)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62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🔜 Natural Language Processing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941063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🔜 User Progress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020056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🔜 Quizzes &amp; Assessments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1097280"/>
            <a:ext cx="3566160" cy="5303520"/>
          </a:xfrm>
          <a:prstGeom prst="rect">
            <a:avLst/>
          </a:prstGeom>
          <a:solidFill>
            <a:srgbClr val="14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097280"/>
            <a:ext cx="356616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1155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Phase 3
(Vision)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17830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🌟 AI Chatbot Tutor (LLM-powered)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86207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🌟 Community Problem 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941063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🌟 Certificate of Completion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020056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D8"/>
                </a:solidFill>
              </a:rPr>
              <a:t>🌟 Mobile App 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1097280"/>
            <a:ext cx="4114800" cy="4114800"/>
          </a:xfrm>
          <a:prstGeom prst="ellipse">
            <a:avLst/>
          </a:prstGeom>
          <a:solidFill>
            <a:srgbClr val="1414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560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C63FF"/>
                </a:solidFill>
              </a:rPr>
              <a:t>AIGoverse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FF"/>
                </a:solidFill>
              </a:rPr>
              <a:t>Learn. Visualize. Experiment.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1605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54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8D8"/>
                </a:solidFill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760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D4FF"/>
                </a:solidFill>
              </a:rPr>
              <a:t>🔗  aigoverse-n2djb5bwab7c8aappisnwdz.streamlit.app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